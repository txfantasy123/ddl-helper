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Xfantasy123/ddl-helper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Xfantasy123/ddl-helper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6760" y="17830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933688" y="17830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00616" y="17830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67544" y="17830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34472" y="17830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66760" y="23500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33688" y="23500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0616" y="23500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7544" y="23500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634472" y="23500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66760" y="291693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33688" y="291693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500616" y="291693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067544" y="291693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34472" y="291693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66760" y="34838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933688" y="34838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500616" y="34838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067544" y="34838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634472" y="34838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366760" y="4050791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33688" y="4050791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500616" y="4050791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067544" y="4050791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634472" y="4050791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933688" y="291693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60A5FA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500616" y="3483863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60A5FA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67544" y="23500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60A5FA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93268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1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HACKATHON 2026 · 个人创新 · 个人工作流程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1783080"/>
            <a:ext cx="7863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DDL 小管家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127248"/>
            <a:ext cx="1051560" cy="457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3401568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DBEAFE"/>
                </a:solidFill>
                <a:latin typeface="SimSun"/>
                <a:ea typeface="SimSun"/>
                <a:cs typeface="SimSun"/>
              </a:rPr>
              <a:t>把班群和教务处的通知，一键变成不会漏的提醒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98848"/>
            <a:ext cx="74980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校园事务 AI 备忘工具 · v1.11.1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82803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FDBFE"/>
                </a:solidFill>
                <a:latin typeface="Microsoft YaHei"/>
                <a:ea typeface="Microsoft YaHei"/>
                <a:cs typeface="Microsoft YaHei"/>
              </a:rPr>
              <a:t>粘贴文字 / 截图 / 文档 → 自动提取字段 → 日历可视 + 到点提醒</a:t>
            </a:r>
          </a:p>
        </p:txBody>
      </p:sp>
      <p:sp>
        <p:nvSpPr>
          <p:cNvPr id="37" name="TextBox 36">
            <a:hlinkClick r:id="rId2"/>
          </p:cNvPr>
          <p:cNvSpPr txBox="1"/>
          <p:nvPr/>
        </p:nvSpPr>
        <p:spPr>
          <a:xfrm>
            <a:off x="822960" y="6053328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u="sng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GitHub：github.com/TXfantasy123/ddl-helper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THE PROBLEM · 每天都会发生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一天 7 条通知，每周 4 个硬截止日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来自笔者自己一周的班群与教务处通知：选课、报名、体测、缴费各一次，全部带硬性截止。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47088"/>
            <a:ext cx="3319272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33856" y="2066543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72491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信息碎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127248"/>
            <a:ext cx="2697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通知散在班群、教务处、公众号三处；关键时间埋在几百字里，读完还是没记住。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47088"/>
            <a:ext cx="3319272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45736" y="2066543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72491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工具错位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3127248"/>
            <a:ext cx="2697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通用备忘录要手动输入，而且不懂「缴费截止」比「报名时间」更要命。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47088"/>
            <a:ext cx="3319272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5" y="2066543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724912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一断网就废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3127248"/>
            <a:ext cx="269748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多数 AI 工具没 Key、没网络就不能用，偏偏现场演示最容易断网。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18304"/>
            <a:ext cx="10545775" cy="84124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" y="4718304"/>
            <a:ext cx="64008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52144" y="4873752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E3A8A"/>
                </a:solidFill>
                <a:latin typeface="SimSun"/>
                <a:ea typeface="SimSun"/>
                <a:cs typeface="SimSun"/>
              </a:rPr>
              <a:t>要解决的不是「记下来」，而是「从通知里抓住截止时间，并且不让你漏掉」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PIPELINE · 一条链路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一条链路，把通知变成时间点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6627" y="1847088"/>
            <a:ext cx="1819656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6083" y="21031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6083" y="2395728"/>
            <a:ext cx="1380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083" y="2816352"/>
            <a:ext cx="14356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文字 · 截图 · 文档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模板 · 手动添加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1147" y="2852928"/>
            <a:ext cx="21031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46323" y="1847088"/>
            <a:ext cx="1819656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5779" y="21031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5779" y="2395728"/>
            <a:ext cx="1380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5779" y="2816352"/>
            <a:ext cx="14356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AI 解读或离线规则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输出同一套字段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20843" y="2852928"/>
            <a:ext cx="21031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86019" y="1847088"/>
            <a:ext cx="1819656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05475" y="21031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5475" y="2395728"/>
            <a:ext cx="1380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组织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5475" y="2816352"/>
            <a:ext cx="14356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列表 · 日历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搜索 · 批量操作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60539" y="2852928"/>
            <a:ext cx="21031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25715" y="1847088"/>
            <a:ext cx="1819656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5171" y="21031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5171" y="2395728"/>
            <a:ext cx="1380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171" y="2816352"/>
            <a:ext cx="14356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待提醒 · 到点弹窗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浏览器通知 · 稍后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00235" y="2852928"/>
            <a:ext cx="210312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465411" y="1847088"/>
            <a:ext cx="1819656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84867" y="210312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4867" y="2395728"/>
            <a:ext cx="138074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4867" y="2816352"/>
            <a:ext cx="14356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打勾 · 完成率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周统计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498848"/>
            <a:ext cx="10545775" cy="786384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52144" y="4645152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数据全程只在本机浏览器里：粘贴进来、解析出来、存下来，没有账号，也没有云端。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任何一步都能回头改：解析错了改字段、时间错了拖日历、提醒错了改提前量 —— 不用重来。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ONE PASTE, FOUR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一句通知，拆成四个字段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47088"/>
            <a:ext cx="2011680" cy="402336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标题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847088"/>
            <a:ext cx="2011680" cy="402336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71800" y="1938528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59152"/>
            <a:ext cx="2011680" cy="402336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地点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359152"/>
            <a:ext cx="2011680" cy="402336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71800" y="245059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截止时间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95244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980944"/>
            <a:ext cx="41056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多条也能拆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多条通知用空行分隔，一次解析成多条提醒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1628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" y="3767328"/>
            <a:ext cx="41056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口语时间也认得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「缴费截止 10月21日 晚上十一点二十一」→ 23:21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68012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0704" y="4553712"/>
            <a:ext cx="410565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不编造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缺什么就留空，原文完整保留在备注里，随时回头核对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432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真实界面 v1.11.1 · 图中为示例数据</a:t>
            </a:r>
          </a:p>
        </p:txBody>
      </p:sp>
      <p:pic>
        <p:nvPicPr>
          <p:cNvPr id="20" name="Picture 19" descr="p4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364" y="1426464"/>
            <a:ext cx="5620512" cy="46817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21" name="Rectangle 20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CALENDAR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日历上，哪天有 DDL 一眼可见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06524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" y="1792224"/>
            <a:ext cx="437997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每件事一条彩色横线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跨过它覆盖的每一个日期，时间段连续绘制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2908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2578608"/>
            <a:ext cx="437997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截止日画成圆点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线段末端的圆点就是截止当天，右上角数字 = 当天未完成数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20440"/>
            <a:ext cx="4617720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54864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675887"/>
            <a:ext cx="4114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设计取舍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4114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E3A8A"/>
                </a:solidFill>
                <a:latin typeface="SimSun"/>
                <a:ea typeface="SimSun"/>
                <a:cs typeface="SimSun"/>
              </a:rPr>
              <a:t>颜色按「任务」而不是按「状态」—— 一屏红蓝反而认不出哪条线是哪件事。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3036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点击任意日期，下方展开当天全部事项；左下角图例可折叠。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42432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真实界面 v1.11.1 · 图中为示例数据</a:t>
            </a:r>
          </a:p>
        </p:txBody>
      </p:sp>
      <p:pic>
        <p:nvPicPr>
          <p:cNvPr id="15" name="Picture 14" descr="p5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64487"/>
            <a:ext cx="5669280" cy="462396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REMINDER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设置完就在「待提醒」，到点自动弹 + 系统通知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52243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0704" y="1837943"/>
            <a:ext cx="4059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待提醒清单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未到点也看得见，不用靠记忆盯着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29484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" y="2615184"/>
            <a:ext cx="4059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到点自动弹窗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同时发浏览器系统通知，切到别的窗口也不漏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06724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3392424"/>
            <a:ext cx="4059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稍后提醒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10 分钟 / 30 分钟 / 1 小时 / 明天同一时间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83964"/>
            <a:ext cx="96012" cy="9601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" y="4169663"/>
            <a:ext cx="405993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精确到分钟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22:00 之前、23:21 之前，都是可执行的时刻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956048"/>
            <a:ext cx="4297680" cy="8686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956048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5102352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3A8A"/>
                </a:solidFill>
                <a:latin typeface="SimSun"/>
                <a:ea typeface="SimSun"/>
                <a:cs typeface="SimSun"/>
              </a:rPr>
              <a:t>看一眼不等于处理完 —— 提醒要真正提醒到你。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真实界面 v1.11.1</a:t>
            </a:r>
          </a:p>
        </p:txBody>
      </p:sp>
      <p:pic>
        <p:nvPicPr>
          <p:cNvPr id="17" name="Picture 16" descr="p6-rem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364" y="1426464"/>
            <a:ext cx="5620512" cy="4681728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8" name="Rectangle 17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该有的细节，一个不少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4983480" cy="4498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7830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批量状态编辑</a:t>
            </a:r>
          </a:p>
        </p:txBody>
      </p:sp>
      <p:pic>
        <p:nvPicPr>
          <p:cNvPr id="7" name="Picture 6" descr="p7-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29" y="2212848"/>
            <a:ext cx="4386741" cy="29260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115568" y="5266944"/>
            <a:ext cx="43982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全选 / 完成 / 隐藏 / 删除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删除还有两步确认，手滑也不丢数据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572768"/>
            <a:ext cx="4983480" cy="4498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任意 OpenAI 兼容模型</a:t>
            </a:r>
          </a:p>
        </p:txBody>
      </p:sp>
      <p:pic>
        <p:nvPicPr>
          <p:cNvPr id="11" name="Picture 10" descr="p7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92" y="2212848"/>
            <a:ext cx="4389120" cy="29260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675120" y="5266944"/>
            <a:ext cx="439826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DeepSeek / 通义 / 智谱 / Kimi / OpenAI / 自定义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Key 只存本地、掩码显示，源码里没有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INNOVATION 01 · 离线优先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AI 是增强，不是前提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31927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没 Key 也能用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359152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自动回退本地规则解析，照样出字段、照样落库。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83080"/>
            <a:ext cx="331927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9933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有 Key 更准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359152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AI 只做增强，不做前提；失败自动降级，链路不中断。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83080"/>
            <a:ext cx="331927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7" y="19933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纯离线可用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359152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本地缓存 + 本地依赖，断网也能解析、记录、提醒。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75887"/>
            <a:ext cx="489204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385876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多数 AI 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416052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没网就废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4" y="4160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3675887"/>
            <a:ext cx="4983480" cy="13258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3858768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DDL 小管家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6052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没网也能用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1324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断网、没 Key、模型报错 —— 三种最坏情况都还在可用状态，这也是演示的安全垫。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INNOVATION 02 · 两步法解析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让视觉模型只负责「看」，解析器负责「懂」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9215" y="1828800"/>
            <a:ext cx="22402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76959" y="204825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6959" y="23042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截图输入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6959" y="265176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用户上传一张通知截图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61791" y="2450592"/>
            <a:ext cx="219456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63543" y="1828800"/>
            <a:ext cx="22402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1287" y="204825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1287" y="23042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逐字 OCR 转写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1287" y="265176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模型只做文字转写，不做理解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6119" y="2450592"/>
            <a:ext cx="219456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87871" y="1828800"/>
            <a:ext cx="22402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25615" y="204825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5615" y="23042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同一条文字解析管线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5615" y="265176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与粘贴的文字完全相同的解析器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10447" y="2450592"/>
            <a:ext cx="219456" cy="219456"/>
          </a:xfrm>
          <a:prstGeom prst="rightArrow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12199" y="1828800"/>
            <a:ext cx="224028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9943" y="2048256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9943" y="230428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结构化字段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9943" y="2651760"/>
            <a:ext cx="180136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标题 / 时间 / 地点 / 截止时间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0332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5568" y="387705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为什么拆两步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169663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3A8A"/>
                </a:solidFill>
                <a:latin typeface="SimSun"/>
                <a:ea typeface="SimSun"/>
                <a:cs typeface="SimSun"/>
              </a:rPr>
              <a:t>不让模型一次既 OCR 又理解：错在哪一步能定位，换模型也不影响解析器。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3703320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87705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四种输入，一条管线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169663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3A8A"/>
                </a:solidFill>
                <a:latin typeface="SimSun"/>
                <a:ea typeface="SimSun"/>
                <a:cs typeface="SimSun"/>
              </a:rPr>
              <a:t>文字 / 截图 / docx / pdf 都先归一到纯文本，再走同一套字段抽取，质量一致。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OCR 阶段只要「看得清」，解析阶段才做「理解」—— 职责单一，结果才可控。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INNOVATION 03 · 时间模型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不是「某天要交」，是「几点之前要交」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65376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7647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截止时间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80136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日期 + 可选时刻，精确到分钟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50008"/>
            <a:ext cx="630936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25694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5511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提醒提前量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877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多组相加：3 天 + 5 小时，就是提前 77 小时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36392"/>
            <a:ext cx="630936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" y="33558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438144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3375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真实时刻判逾期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3741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12:00 截止，15:00 打开页面就已经标红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922776"/>
            <a:ext cx="630936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41422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224528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12394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稍后提醒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1605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到点后再延后，提醒不会丢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737360"/>
            <a:ext cx="3730752" cy="2971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9560" y="192024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同一件事，两种写法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267712"/>
            <a:ext cx="32004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「截止 10月27日」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只知道哪天，晚上 12 点前都可能提交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E3A8A"/>
                </a:solidFill>
                <a:latin typeface="SimSun"/>
                <a:ea typeface="SimSun"/>
                <a:cs typeface="SimSun"/>
              </a:rPr>
              <a:t>「截止 10月27日 12:00」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40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到点就判逾期，提前量按小时算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差的不只是 12 小时，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SimSun"/>
                <a:ea typeface="SimSun"/>
                <a:cs typeface="SimSun"/>
              </a:rPr>
              <a:t>而是整条提醒链路的精度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29200"/>
            <a:ext cx="10545775" cy="8686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" y="5029200"/>
            <a:ext cx="64008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52144" y="5175504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E3A8A"/>
                </a:solidFill>
                <a:latin typeface="SimSun"/>
                <a:ea typeface="SimSun"/>
                <a:cs typeface="SimSun"/>
              </a:rPr>
              <a:t>手动查看提醒不算「已提醒」，到点才消费 —— 待提醒清单不会因为你瞄了一眼就消失。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零框架 · 零构建 · 零 npm 依赖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45775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911095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07568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index.html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093976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单文件 index.html：4099 行 / 181 KB，HTML + CSS + JS 全内联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07208"/>
            <a:ext cx="10545775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935224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729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本地后端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99816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server.js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118104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server.js：托管页面 + /api/parse 同源代理，不存任何数据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31336"/>
            <a:ext cx="10545775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959352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4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9709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23944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Vercel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142232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Vercel serverless：api/parse.js、api/parse-image.js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29200"/>
            <a:ext cx="10545775" cy="84124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5029200"/>
            <a:ext cx="64008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2144" y="5175504"/>
            <a:ext cx="9875520" cy="216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双击</a:t>
            </a:r>
            <a:r>
              <a:rPr sz="1200" b="1" dirty="0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 start.bat </a:t>
            </a:r>
            <a:r>
              <a:rPr sz="1200" b="1" dirty="0" err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启动</a:t>
            </a:r>
            <a:r>
              <a:rPr sz="1100" b="0" dirty="0" err="1">
                <a:solidFill>
                  <a:srgbClr val="334155"/>
                </a:solidFill>
                <a:latin typeface="SimSun"/>
                <a:ea typeface="SimSun"/>
                <a:cs typeface="SimSun"/>
              </a:rPr>
              <a:t>（后台静默启动、不弹终端窗口</a:t>
            </a:r>
            <a:r>
              <a:rPr sz="1100" b="0" dirty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你的通知，不离开你的电脑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507492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33856" y="193852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只存本地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322576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数据只写 localStorage（ddl_helper_v1），不上传任何服务器。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刷新、重启、换浏览器都在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755648"/>
            <a:ext cx="507492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93852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Key 不出本机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322576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API Key 只存本地、不进前端源码，请求经同源代理转发。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源码里没有 key，前端只调同源 /api/parse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47288"/>
            <a:ext cx="507492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363016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无账号、无云端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4014215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不用注册，也没有后台数据库。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清掉浏览器数据即清空，不会有云端副本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3447288"/>
            <a:ext cx="5074920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363016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随时搬走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014215"/>
            <a:ext cx="4434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334155"/>
                </a:solidFill>
                <a:latin typeface="SimSun"/>
                <a:ea typeface="SimSun"/>
                <a:cs typeface="SimSun"/>
              </a:rPr>
              <a:t>导出 / 导入 JSON 备份，一条不丢。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换电脑 = 导出再导入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30368"/>
            <a:ext cx="10545775" cy="206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 err="1">
                <a:solidFill>
                  <a:srgbClr val="2563EB"/>
                </a:solidFill>
                <a:latin typeface="SimSun"/>
                <a:ea typeface="SimSun"/>
                <a:cs typeface="SimSun"/>
              </a:rPr>
              <a:t>隐私在这里不是一句承诺</a:t>
            </a:r>
            <a:r>
              <a:rPr lang="zh-CN" altLang="en-US" sz="1200" b="1" dirty="0">
                <a:solidFill>
                  <a:srgbClr val="2563EB"/>
                </a:solidFill>
                <a:latin typeface="SimSun"/>
                <a:ea typeface="SimSun"/>
                <a:cs typeface="SimSun"/>
              </a:rPr>
              <a:t>，</a:t>
            </a:r>
            <a:r>
              <a:rPr sz="1200" b="1" dirty="0" err="1">
                <a:solidFill>
                  <a:srgbClr val="2563EB"/>
                </a:solidFill>
                <a:latin typeface="SimSun"/>
                <a:ea typeface="SimSun"/>
                <a:cs typeface="SimSun"/>
              </a:rPr>
              <a:t>没有服务器可存，就没有数据可漏</a:t>
            </a:r>
            <a:r>
              <a:rPr sz="1200" b="1" dirty="0">
                <a:solidFill>
                  <a:srgbClr val="2563EB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2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4241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从 v0.1 到 v1.11.1，一路都是真问题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615184"/>
            <a:ext cx="10241280" cy="1463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2560320"/>
            <a:ext cx="128016" cy="12801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51790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79222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原型跑通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279806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单文件 + 正则解析</a:t>
            </a:r>
          </a:p>
        </p:txBody>
      </p:sp>
      <p:sp>
        <p:nvSpPr>
          <p:cNvPr id="10" name="Oval 9"/>
          <p:cNvSpPr/>
          <p:nvPr/>
        </p:nvSpPr>
        <p:spPr>
          <a:xfrm>
            <a:off x="2944368" y="2560320"/>
            <a:ext cx="128016" cy="12801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31136" y="151790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v1.2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179222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日历彩色线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279806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跨天任务连续绘制</a:t>
            </a:r>
          </a:p>
        </p:txBody>
      </p:sp>
      <p:sp>
        <p:nvSpPr>
          <p:cNvPr id="14" name="Oval 13"/>
          <p:cNvSpPr/>
          <p:nvPr/>
        </p:nvSpPr>
        <p:spPr>
          <a:xfrm>
            <a:off x="4992623" y="2560320"/>
            <a:ext cx="128016" cy="12801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79392" y="151790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179222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文档解析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1" y="279806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docx / pdf 进管线</a:t>
            </a:r>
          </a:p>
        </p:txBody>
      </p:sp>
      <p:sp>
        <p:nvSpPr>
          <p:cNvPr id="18" name="Oval 17"/>
          <p:cNvSpPr/>
          <p:nvPr/>
        </p:nvSpPr>
        <p:spPr>
          <a:xfrm>
            <a:off x="7040879" y="2560320"/>
            <a:ext cx="128016" cy="12801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7" y="151790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7" y="179222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提醒系统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279806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待提醒 + 到点弹窗</a:t>
            </a:r>
          </a:p>
        </p:txBody>
      </p:sp>
      <p:sp>
        <p:nvSpPr>
          <p:cNvPr id="22" name="Oval 21"/>
          <p:cNvSpPr/>
          <p:nvPr/>
        </p:nvSpPr>
        <p:spPr>
          <a:xfrm>
            <a:off x="9089136" y="2560320"/>
            <a:ext cx="128016" cy="128016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75904" y="151790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v1.9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4" y="179222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主动提醒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279806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浏览器通知上线</a:t>
            </a:r>
          </a:p>
        </p:txBody>
      </p:sp>
      <p:sp>
        <p:nvSpPr>
          <p:cNvPr id="26" name="Oval 25"/>
          <p:cNvSpPr/>
          <p:nvPr/>
        </p:nvSpPr>
        <p:spPr>
          <a:xfrm>
            <a:off x="11137392" y="2560320"/>
            <a:ext cx="128016" cy="128016"/>
          </a:xfrm>
          <a:prstGeom prst="ellipse">
            <a:avLst/>
          </a:prstGeom>
          <a:solidFill>
            <a:srgbClr val="93C5FD"/>
          </a:solidFill>
          <a:ln w="19050">
            <a:solidFill>
              <a:srgbClr val="F8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60" y="151790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v1.11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179222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图标与连线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98064"/>
            <a:ext cx="1737360" cy="154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SVG </a:t>
            </a:r>
            <a:r>
              <a:rPr sz="900" b="0" dirty="0" err="1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图标</a:t>
            </a:r>
            <a:r>
              <a:rPr sz="900" b="0" dirty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 + </a:t>
            </a:r>
            <a:r>
              <a:rPr sz="900" b="0" dirty="0" err="1">
                <a:solidFill>
                  <a:srgbClr val="64748B"/>
                </a:solidFill>
                <a:latin typeface="SimSun"/>
                <a:ea typeface="SimSun"/>
                <a:cs typeface="SimSun"/>
              </a:rPr>
              <a:t>连线</a:t>
            </a:r>
            <a:r>
              <a:rPr lang="zh-CN" altLang="en-US" sz="900" b="0" dirty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优化</a:t>
            </a:r>
            <a:endParaRPr sz="900" b="0" dirty="0">
              <a:solidFill>
                <a:srgbClr val="64748B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47191" y="3950208"/>
            <a:ext cx="2432304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1511" y="4133087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29 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1511" y="47091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离线解析用例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35527" y="3950208"/>
            <a:ext cx="2432304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09847" y="4133087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30+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09847" y="47091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每功能断言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863" y="3950208"/>
            <a:ext cx="2432304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8183" y="4133087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4099 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8183" y="47091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单文件前端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2199" y="3950208"/>
            <a:ext cx="2432304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blurRad="177800" dist="381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86519" y="4133087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6519" y="4709160"/>
            <a:ext cx="18836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imSun"/>
                <a:ea typeface="SimSun"/>
                <a:cs typeface="SimSun"/>
              </a:rPr>
              <a:t>npm 依赖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6355080"/>
            <a:ext cx="10545775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" y="6455664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DDL 小管家 · HACKATHON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052560" y="86868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582912" y="86868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13264" y="86868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43616" y="86868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52560" y="1399031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582912" y="1399031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13264" y="1399031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643616" y="1399031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52560" y="1929384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582912" y="1929384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113264" y="1929384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43616" y="1929384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52560" y="2459735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82912" y="2459735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13264" y="2459735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643616" y="2459735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1051560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VISION · 它要去哪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847088"/>
            <a:ext cx="85953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让每一条被忽略的「截止日」，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都变成看得见、赶得上的时间点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822191"/>
            <a:ext cx="1051560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BEAFE"/>
                </a:solidFill>
                <a:latin typeface="SimSun"/>
                <a:ea typeface="SimSun"/>
                <a:cs typeface="SimSun"/>
              </a:rPr>
              <a:t>从「大学生的 DDL」到「所有人的截止日」——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BEAFE"/>
                </a:solidFill>
                <a:latin typeface="SimSun"/>
                <a:ea typeface="SimSun"/>
                <a:cs typeface="SimSun"/>
              </a:rPr>
              <a:t>同一条「通知 → 提醒 → 时间可视化」链路，换模板即可换场景。</a:t>
            </a:r>
          </a:p>
        </p:txBody>
      </p:sp>
      <p:sp>
        <p:nvSpPr>
          <p:cNvPr id="23" name="TextBox 22">
            <a:hlinkClick r:id="rId2"/>
          </p:cNvPr>
          <p:cNvSpPr txBox="1"/>
          <p:nvPr/>
        </p:nvSpPr>
        <p:spPr>
          <a:xfrm>
            <a:off x="822960" y="580644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u="sng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GitHub：github.com/TXfantasy123/ddl-helper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623560"/>
            <a:ext cx="20418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455664"/>
            <a:ext cx="1401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872</Words>
  <Application>Microsoft Office PowerPoint</Application>
  <PresentationFormat>宽屏</PresentationFormat>
  <Paragraphs>232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SimSun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程 志</cp:lastModifiedBy>
  <cp:revision>2</cp:revision>
  <dcterms:created xsi:type="dcterms:W3CDTF">2013-01-27T09:14:16Z</dcterms:created>
  <dcterms:modified xsi:type="dcterms:W3CDTF">2026-10-22T14:26:19Z</dcterms:modified>
  <cp:category/>
</cp:coreProperties>
</file>